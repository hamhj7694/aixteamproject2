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영역을 먼저 보여주고, 하단에서 구성원별 담당 업무를 정리했습니다.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235440" y="34747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5A0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Project Team Roles   1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66928" y="1252728"/>
            <a:ext cx="109728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70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카테고리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방향·업무 흐름 설계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731520" y="209397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함형준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05456" y="1417320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EEF7E9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96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분석 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70048" y="1874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위험 분석·서비스 연계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2670048" y="209397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함형준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443984" y="1417320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EAF8F8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맥락 구조화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08576" y="1874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통화·대화 정보를 Fact로 정리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608576" y="209397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함형준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66928" y="2514600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33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8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대화·질문·검증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2971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추천·고객 확인·AI 응답 개선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731520" y="31912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이종열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05456" y="2514600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FFF0E2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0048" y="2633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99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업무·보고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70048" y="2971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처리·보고·거래 자료 관리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2670048" y="31912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엄정희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443984" y="2514600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F7E8FF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2633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3F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 피드백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08576" y="2971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점 점검·개선 방향 조언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4608576" y="31912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강주희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66928" y="3730752"/>
            <a:ext cx="109728" cy="10972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648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구성원별 담당 업무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" y="3886200"/>
            <a:ext cx="10972800" cy="329184"/>
          </a:xfrm>
          <a:prstGeom prst="roundRect">
            <a:avLst>
              <a:gd name="adj" fmla="val 8333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776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구성원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2048256" y="3977640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4023360" y="3977640"/>
            <a:ext cx="7315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업무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21792" y="4279392"/>
            <a:ext cx="1325880" cy="557784"/>
          </a:xfrm>
          <a:prstGeom prst="roundRect">
            <a:avLst>
              <a:gd name="adj" fmla="val 4918"/>
            </a:avLst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84248" y="4279392"/>
            <a:ext cx="1874520" cy="55778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5344" y="4279392"/>
            <a:ext cx="7726680" cy="55778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4165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함형준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84832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023360" y="4370832"/>
            <a:ext cx="7488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전체 방향 및 Workflow 기획, 통화 분석 ML, 사건 맥락 구조화, 담당자·고객 화면 구현, 담당자용 AI 업무지원, Docker 환경 구성 및 기능 통합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1792" y="4882896"/>
            <a:ext cx="1325880" cy="557784"/>
          </a:xfrm>
          <a:prstGeom prst="roundRect">
            <a:avLst>
              <a:gd name="adj" fmla="val 4918"/>
            </a:avLst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84248" y="4882896"/>
            <a:ext cx="1874520" cy="55778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95344" y="4882896"/>
            <a:ext cx="7726680" cy="55778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50200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이종열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084832" y="5020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023360" y="4974336"/>
            <a:ext cx="7488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API 및 AI Workflow·Agent 구현, 사건 맥락 기반 확인 질문 추천, 담당자 검토→고객 응답→후속 확인 흐름 고도화, AI 응답 품질 개선, 질문·사실 검토 UI, AWS 배포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21792" y="5486400"/>
            <a:ext cx="1325880" cy="557784"/>
          </a:xfrm>
          <a:prstGeom prst="roundRect">
            <a:avLst>
              <a:gd name="adj" fmla="val 4918"/>
            </a:avLst>
          </a:prstGeom>
          <a:solidFill>
            <a:srgbClr val="EA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84248" y="5486400"/>
            <a:ext cx="1874520" cy="55778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95344" y="5486400"/>
            <a:ext cx="7726680" cy="55778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56235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엄정희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084832" y="5623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023360" y="5577840"/>
            <a:ext cx="7488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 API·MySQL 기반 구축 및 확장, Case 상태·메시지·업무 처리, 사건 업무·보고 흐름, 거래 기록 API·은행 자료 화면, 고객 화면 및 사용 흐름 개선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21792" y="6089904"/>
            <a:ext cx="1325880" cy="557784"/>
          </a:xfrm>
          <a:prstGeom prst="roundRect">
            <a:avLst>
              <a:gd name="adj" fmla="val 4918"/>
            </a:avLst>
          </a:prstGeom>
          <a:solidFill>
            <a:srgbClr val="F7E8CC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84248" y="6089904"/>
            <a:ext cx="1874520" cy="55778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95344" y="6089904"/>
            <a:ext cx="7726680" cy="55778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6227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강주희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084832" y="6227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99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023360" y="6181344"/>
            <a:ext cx="74889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구조와 기능 구성의 부족한 부분 점검, 개선 우선순위와 개발 방향에 대한 피드백 제공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함형준 | 팀장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기획 · 통화 분석 ML · 사건 맥락 구조화 · 기능 통합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235440" y="34747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5A0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Project Team Roles   2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30352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함형준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99339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4368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LEADER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2651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방향을 잡고, 통화 분석 결과와 사건 맥락을 담당자 업무 흐름으로 연결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카테고리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3675888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72618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기획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22960" y="4059936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219653"/>
          </a:solidFill>
          <a:ln w="12700">
            <a:solidFill>
              <a:srgbClr val="219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11022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분석 ML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822960" y="4443984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9427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맥락 구조화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822960" y="47365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결과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50292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6350">
            <a:solidFill>
              <a:srgbClr val="E1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175504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결과와 담당자 업무 화면을 하나의 Case 흐름으로 통합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434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기여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173736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8562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1755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방향 및 구조 기획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01768" y="204825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CSR의 담당자 중심 Workflow와 기능 개선 방향을 설정하고 팀 기준을 조율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343400" y="2788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19653"/>
          </a:solidFill>
          <a:ln w="12700">
            <a:solidFill>
              <a:srgbClr val="2196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2907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01768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분석 ML · 사건 맥락 구조화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01768" y="309981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위험 분석 ML을 서비스 흐름에 연결하고, 통화·대화 정보를 사건 맥락과 Fact로 구조화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343400" y="3840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9593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01768" y="3858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AI 업무지원 · 실행 환경 통합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01768" y="415137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담당자·고객 화면, 담당자용 AI 업무지원, Docker 환경과 팀 기능을 통합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343400" y="5193792"/>
            <a:ext cx="7040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35424" y="5349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연결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5577840" y="5303520"/>
            <a:ext cx="5486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질문·응답 흐름은 이종열, Case API·DB와 업무 기능은 엄정희 작업과 연결해 최종 Case Workflow를 구성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API · 대화/질문/검증 Workflow · AWS 배포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235440" y="34747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5A0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Project Team Roles   3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30352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99339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4368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PART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2651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사건별 확인 질문과 AI 응답이 담당자 검토·고객 확인으로 이어지도록 구현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카테고리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3675888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72618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API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22960" y="4059936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11022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질문·검증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822960" y="4443984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9427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배포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822960" y="47365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결과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50292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6350">
            <a:solidFill>
              <a:srgbClr val="E1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175504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 정보를 질문으로 바꾸고 고객 응답까지 이어지는 B Part 흐름 구현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434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기여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173736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8562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1755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API · 대화 Workflow 구현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01768" y="204825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기반 AI Workflow, 역할별 Agent, 질문·답변 서비스를 구현하고 사건 맥락과 고객 응답을 연결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343400" y="2788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2907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01768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확인 질문 Workflow 고도화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01768" y="309981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맥락 기반 질문 추천, 담당자 검토, 고객 전달, 응답, 후속 확인 흐름을 연결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343400" y="3840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9593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01768" y="3858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응답 품질 · 운영 검증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01768" y="415137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상태를 반영한 AI 응답 개선, 질문·사실 검토 UI, 회귀 검증과 AWS 배포 수행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343400" y="5193792"/>
            <a:ext cx="7040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35424" y="5349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2C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연결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5577840" y="5303520"/>
            <a:ext cx="5486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AI 개선 방향은 팀장 피드백을 반영하고, Context·화면·API 연결은 팀원들과 조정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엄정희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498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Backend · 사건 업무/보고 · 고객 UX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235440" y="34747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5A0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Project Team Roles   4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30352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엄정희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99339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4368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PART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2651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데이터를 저장·조회하고, 담당자 업무·보고 및 고객 화면으로 연결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카테고리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3675888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72618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 API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22960" y="4059936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11022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822960" y="4443984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9427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UX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822960" y="47365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27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결과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50292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6350">
            <a:solidFill>
              <a:srgbClr val="E1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175504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데이터를 업무 처리·거래 자료·고객 화면까지 연결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434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기여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173736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8562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1755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 API · MySQL 기반 구축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01768" y="204825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조회, 상태, 메시지, 업무 처리 API와 MySQL 저장 구조를 구현·확장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343400" y="2788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2907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01768" y="28072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업무 · 보고 · 자료 카드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01768" y="309981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업무·보고 흐름, 거래 기록 API, 은행 자료 카드 UI를 Case 데이터와 연결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343400" y="3840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9593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01768" y="3858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화면 · 서비스 흐름 개선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01768" y="4151376"/>
            <a:ext cx="4617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App형 화면, 피해 대응 안내, 중복 UI를 정리해 고객 응답 흐름을 개선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343400" y="5193792"/>
            <a:ext cx="7040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7620">
            <a:solidFill>
              <a:srgbClr val="DD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35424" y="5349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299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연결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5577840" y="5303520"/>
            <a:ext cx="5486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B2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Context는 함형준의 구조화 작업, 질문·Fact 흐름은 이종열의 B Part와 연결해 통합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CSR 프로젝트 팀 구성 및 역할</dc:title>
  <dc:subject>CSR 프로젝트 팀 구성 및 역할</dc:subject>
  <dc:creator>OpenAI</dc:creator>
  <cp:lastModifiedBy>OpenAI</cp:lastModifiedBy>
  <cp:revision>1</cp:revision>
  <dcterms:created xsi:type="dcterms:W3CDTF">2026-09-28T07:23:27Z</dcterms:created>
  <dcterms:modified xsi:type="dcterms:W3CDTF">2026-09-28T07:23:27Z</dcterms:modified>
</cp:coreProperties>
</file>